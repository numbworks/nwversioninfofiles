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3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3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99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0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4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14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60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7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08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99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83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9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CA2C31-8F9C-428A-818D-C18D82A28508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713ED-8210-418D-8E0B-D0E052412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35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14984" y="438912"/>
            <a:ext cx="27432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mtClean="0">
                <a:solidFill>
                  <a:srgbClr val="FF0000"/>
                </a:solidFill>
              </a:rPr>
              <a:t>Without </a:t>
            </a:r>
            <a:r>
              <a:rPr lang="it-IT" i="1" smtClean="0">
                <a:solidFill>
                  <a:srgbClr val="FF0000"/>
                </a:solidFill>
              </a:rPr>
              <a:t>nwversioninfofiles</a:t>
            </a:r>
            <a:endParaRPr lang="en-GB" i="1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4" y="808244"/>
            <a:ext cx="4128572" cy="55857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358" y="805287"/>
            <a:ext cx="4130757" cy="55886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2358" y="438912"/>
            <a:ext cx="27432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it-IT" smtClean="0">
                <a:solidFill>
                  <a:srgbClr val="00B050"/>
                </a:solidFill>
              </a:rPr>
              <a:t>With </a:t>
            </a:r>
            <a:r>
              <a:rPr lang="it-IT" i="1" smtClean="0">
                <a:solidFill>
                  <a:srgbClr val="00B050"/>
                </a:solidFill>
              </a:rPr>
              <a:t>nwversioninfofiles</a:t>
            </a:r>
            <a:endParaRPr lang="en-GB" i="1" dirty="0">
              <a:solidFill>
                <a:srgbClr val="00B0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885256" y="3495928"/>
            <a:ext cx="3206415" cy="148755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375204" y="1159104"/>
            <a:ext cx="3241962" cy="16535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375204" y="5467866"/>
            <a:ext cx="3241962" cy="180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379919" y="5666446"/>
            <a:ext cx="3241962" cy="1803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991569" y="3191348"/>
            <a:ext cx="0" cy="185650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839123" y="3856306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mtClean="0">
                <a:solidFill>
                  <a:srgbClr val="FF0000"/>
                </a:solidFill>
              </a:rPr>
              <a:t>X</a:t>
            </a:r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43556" y="1785825"/>
            <a:ext cx="213685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smtClean="0"/>
              <a:t>High-level flags to inject metadata </a:t>
            </a:r>
          </a:p>
          <a:p>
            <a:pPr algn="ctr"/>
            <a:r>
              <a:rPr lang="en-US" sz="1000" smtClean="0"/>
              <a:t>in the Windows executable.</a:t>
            </a:r>
            <a:endParaRPr lang="en-GB" sz="1000" i="1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43556" y="5556568"/>
            <a:ext cx="2168802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smtClean="0"/>
              <a:t>External Version Info File to inject metadata in the Windows executable.</a:t>
            </a:r>
            <a:endParaRPr lang="en-GB" sz="1000" i="1" dirty="0">
              <a:solidFill>
                <a:srgbClr val="FF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657824" y="5461640"/>
            <a:ext cx="3241962" cy="1803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662539" y="5660220"/>
            <a:ext cx="3241962" cy="18035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648485" y="1162211"/>
            <a:ext cx="3241962" cy="165355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3085301" y="3405435"/>
            <a:ext cx="213685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smtClean="0">
                <a:solidFill>
                  <a:srgbClr val="FF0000"/>
                </a:solidFill>
              </a:rPr>
              <a:t>PyInstaller doesn't provide a built-in method to generate a compliant Version Info File.</a:t>
            </a:r>
          </a:p>
          <a:p>
            <a:endParaRPr lang="en-GB" sz="1000" smtClean="0">
              <a:solidFill>
                <a:srgbClr val="FF0000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smtClean="0">
                <a:solidFill>
                  <a:srgbClr val="FF0000"/>
                </a:solidFill>
              </a:rPr>
              <a:t>PyInstaller doesn't provide a built-in method to verify if the user-generated Version Info File is compliant or not before starting the build process.</a:t>
            </a:r>
            <a:endParaRPr lang="en-GB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Rubèn</dc:creator>
  <cp:lastModifiedBy>Rubèn</cp:lastModifiedBy>
  <cp:revision>19</cp:revision>
  <dcterms:created xsi:type="dcterms:W3CDTF">2026-01-21T22:15:57Z</dcterms:created>
  <dcterms:modified xsi:type="dcterms:W3CDTF">2026-01-21T22:42:47Z</dcterms:modified>
</cp:coreProperties>
</file>